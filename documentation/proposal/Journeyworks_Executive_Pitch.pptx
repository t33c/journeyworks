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Journeyworks: Next-Generation Customer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i="1">
                <a:solidFill>
                  <a:srgbClr val="595959"/>
                </a:solidFill>
              </a:defRPr>
            </a:pPr>
            <a:r>
              <a:t>Transforming customer journey data into actionable, trustworthy AI insights on GCP.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The Challenge: The Customer Insight Gap</a:t>
            </a:r>
          </a:p>
          <a:p>
            <a:pPr>
              <a:defRPr sz="1200"/>
            </a:pPr>
            <a:r>
              <a:t>Organizations are drowning in data but starving for insights. Traditional platforms are slow and require technical expertise to query.</a:t>
            </a:r>
          </a:p>
          <a:p>
            <a:br/>
            <a:pPr>
              <a:defRPr b="1" sz="1600"/>
            </a:pPr>
            <a:r>
              <a:t>The Solution: Journeyworks</a:t>
            </a:r>
          </a:p>
          <a:p>
            <a:pPr>
              <a:defRPr sz="1200"/>
            </a:pPr>
            <a:r>
              <a:t>An enterprise-grade, agentic AI platform natively on GCP. It replaces static dashboards with autonomous AI that dynamically reasons through and analyzes complex journeys.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Key 'Wow' Capabilities</a:t>
            </a:r>
          </a:p>
          <a:p>
            <a:br/>
            <a:pPr>
              <a:defRPr b="1" sz="1200"/>
            </a:pPr>
            <a:r>
              <a:t>1. Agentic AI Customer Analysis</a:t>
            </a:r>
          </a:p>
          <a:p>
            <a:pPr>
              <a:defRPr sz="1100"/>
            </a:pPr>
            <a:r>
              <a:t>Give the AI a goal (e.g., 'Diagnose churn increase'), and it autonomously investigates using RAG and iterative reasoning loops to synthesize millions of data points.</a:t>
            </a:r>
          </a:p>
          <a:p>
            <a:br/>
            <a:pPr>
              <a:defRPr b="1" sz="1200"/>
            </a:pPr>
            <a:r>
              <a:t>2. Explainable AI &amp; Confidence Scoring</a:t>
            </a:r>
          </a:p>
          <a:p>
            <a:pPr>
              <a:defRPr sz="1100"/>
            </a:pPr>
            <a:r>
              <a:t>Unlike generic AI that hallucinates, Journeyworks 'shows its work' with traceable Reasoning Steps and mathematically backed Confidence Scores.</a:t>
            </a:r>
          </a:p>
          <a:p>
            <a:br/>
            <a:pPr>
              <a:defRPr b="1" sz="1200"/>
            </a:pPr>
            <a:r>
              <a:t>3. Cloud-Native Agility &amp; Scale (GCP)</a:t>
            </a:r>
          </a:p>
          <a:p>
            <a:pPr>
              <a:defRPr sz="1100"/>
            </a:pPr>
            <a:r>
              <a:t>We strictly optimize ROI using a flexible, pay-as-you-go GCP model where compute instantly scales for heavy AI workloads and down to zero when idle.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/>
            </a:pPr>
            <a:r>
              <a:t>Strategic Business Value (ROI)</a:t>
            </a:r>
          </a:p>
          <a:p>
            <a:pPr>
              <a:defRPr sz="1100"/>
            </a:pPr>
            <a:r>
              <a:t>• Accelerated Decision Velocity: Reduce time-to-insight from weeks to seconds.</a:t>
            </a:r>
            <a:br/>
            <a:r>
              <a:t>• Optimized TCO: Efficient, managed GCP scaling ensures you only pay for what you use.</a:t>
            </a:r>
            <a:br/>
            <a:r>
              <a:t>• Proactive Churn Mitigation: Identify at-risk patterns before revenue is lost.</a:t>
            </a:r>
          </a:p>
          <a:p>
            <a:br/>
            <a:pPr>
              <a:defRPr b="1" i="1" sz="1200"/>
            </a:pPr>
            <a:r>
              <a:t>Next Steps: Requesting approval to move to a 30-day proof-of-value Pilot in Q3 leveraging our secure GCP tenant.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
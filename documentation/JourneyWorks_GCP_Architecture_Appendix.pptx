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JourneyWorks GCP Production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Solution Design &amp; Architecture Appendix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Cloud-native managed services for maximum scalability and Gemini LLM integration.</a:t>
            </a:r>
          </a:p>
          <a:p>
            <a:pPr lvl="1"/>
            <a:r>
              <a:t>Key Assumptions &amp; Specs:</a:t>
            </a:r>
          </a:p>
          <a:p>
            <a:pPr lvl="2"/>
            <a:r>
              <a:t>Direct Communications: 30,000/month (~1,000/day)</a:t>
            </a:r>
          </a:p>
          <a:p>
            <a:pPr lvl="2"/>
            <a:r>
              <a:t>Social Media Volume: Handled efficiently via GKE Autopilot scaling</a:t>
            </a:r>
          </a:p>
          <a:p>
            <a:pPr lvl="2"/>
            <a:r>
              <a:t>Data Retention: 7 years (~2.5TB storage growth/year)</a:t>
            </a:r>
          </a:p>
          <a:p>
            <a:pPr lvl="1"/>
            <a:r>
              <a:t>Compliance &amp; Regulatory:</a:t>
            </a:r>
          </a:p>
          <a:p>
            <a:pPr lvl="2"/>
            <a:r>
              <a:t>GDPR (Europe-west region), FCA/PRA Cloud Audit Logs, CMEK encryption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Architecture (Multi-Region HA/DR)</a:t>
            </a:r>
          </a:p>
        </p:txBody>
      </p:sp>
      <p:pic>
        <p:nvPicPr>
          <p:cNvPr id="3" name="Picture 2" descr="gcp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150390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Service Specifications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 &amp; Orchestration:</a:t>
            </a:r>
          </a:p>
          <a:p>
            <a:pPr lvl="1"/>
            <a:r>
              <a:t>GKE Autopilot: Zero-ops, autoscaling compute.</a:t>
            </a:r>
          </a:p>
          <a:p>
            <a:pPr lvl="1"/>
            <a:r>
              <a:t>Cloud Composer &amp; Dataflow: Robust ETL orchestration.</a:t>
            </a:r>
          </a:p>
          <a:p>
            <a:pPr/>
            <a:r>
              <a:t>Data Layer:</a:t>
            </a:r>
          </a:p>
          <a:p>
            <a:pPr lvl="1"/>
            <a:r>
              <a:t>Elastic Cloud (Managed HA) &amp; Memorystore (Redis).</a:t>
            </a:r>
          </a:p>
          <a:p>
            <a:pPr/>
            <a:r>
              <a:t>AI Integration &amp; Security:</a:t>
            </a:r>
          </a:p>
          <a:p>
            <a:pPr lvl="1"/>
            <a:r>
              <a:t>Native Vertex AI via Workload Identity Federation (No API keys).</a:t>
            </a:r>
          </a:p>
          <a:p>
            <a:pPr lvl="1"/>
            <a:r>
              <a:t>Cloud Armor (WAF) &amp; Private Service Connect.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Estimation &amp; Serverless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GCP Serverless Cost Efficiency (vs On-Premise):</a:t>
            </a:r>
          </a:p>
          <a:p>
            <a:pPr lvl="1"/>
            <a:r>
              <a:t>3-Year TCO: $2.49M (vs $2.88M for On-Premise/Hybrid)</a:t>
            </a:r>
          </a:p>
          <a:p>
            <a:pPr lvl="1"/>
            <a:r>
              <a:t>Cloud natively avoids over-provisioning and massive up-front GPU CapEx.</a:t>
            </a:r>
          </a:p>
          <a:p>
            <a:pPr/>
            <a:r>
              <a:t>Monthly OpEx Highlights:</a:t>
            </a:r>
          </a:p>
          <a:p>
            <a:pPr lvl="1"/>
            <a:r>
              <a:t>Vertex AI Inference (75M tokens/mo): ~$400/month.</a:t>
            </a:r>
          </a:p>
          <a:p>
            <a:pPr lvl="1"/>
            <a:r>
              <a:t>GKE Autopilot ensures you only pay for active resource consumption.</a:t>
            </a:r>
          </a:p>
          <a:p>
            <a:pPr lvl="1"/>
            <a:r>
              <a:t>Development/testing split across right-sized SIT and full UAT environments.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